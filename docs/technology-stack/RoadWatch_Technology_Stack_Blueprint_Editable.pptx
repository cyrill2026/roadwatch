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9e4c47e654450" /><Relationship Type="http://schemas.openxmlformats.org/officeDocument/2006/relationships/extended-properties" Target="/docProps/app.xml" Id="R4e8e1f419ccc407c" /><Relationship Type="http://schemas.openxmlformats.org/officeDocument/2006/relationships/officeDocument" Target="/ppt/presentation.xml" Id="R8aa003fd7dba4e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2a41c4463d4dc4"/>
  </p:sldMasterIdLst>
  <p:notesMasterIdLst>
    <p:notesMasterId xmlns:r="http://schemas.openxmlformats.org/officeDocument/2006/relationships" r:id="R544ab08a50fc49b1"/>
  </p:notesMasterIdLst>
  <p:sldIdLst>
    <p:sldId xmlns:r="http://schemas.openxmlformats.org/officeDocument/2006/relationships" id="256" r:id="R1551a8e7f37b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bf3fc526f4290" /><Relationship Type="http://schemas.openxmlformats.org/officeDocument/2006/relationships/slideMaster" Target="/ppt/slideMasters/slideMaster1.xml" Id="R6f2a41c4463d4dc4" /><Relationship Type="http://schemas.openxmlformats.org/officeDocument/2006/relationships/notesMaster" Target="/ppt/notesMasters/notesMaster1.xml" Id="R544ab08a50fc49b1" /><Relationship Type="http://schemas.openxmlformats.org/officeDocument/2006/relationships/presProps" Target="/ppt/presProps.xml" Id="Rcb75408277db4521" /><Relationship Type="http://schemas.openxmlformats.org/officeDocument/2006/relationships/tableStyles" Target="/ppt/tableStyles.xml" Id="Re0402ee0d8a44a65" /><Relationship Type="http://schemas.openxmlformats.org/officeDocument/2006/relationships/slide" Target="/ppt/slides/slide1.xml" Id="R1551a8e7f37b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0d6350e88c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ff85641b641b9" /><Relationship Type="http://schemas.openxmlformats.org/officeDocument/2006/relationships/notesMaster" Target="/ppt/notesMasters/notesMaster1.xml" Id="R7455f2ff9234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RoadWatch Activity 3 editable technology stack blueprint. Project details are based on the completed Activity 3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05287ad2848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5d27253354592" /><Relationship Type="http://schemas.openxmlformats.org/officeDocument/2006/relationships/slideLayout" Target="/ppt/slideLayouts/slideLayout1.xml" Id="Reaaa755a8c8249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a755a8c8249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5697b55e457e" /><Relationship Type="http://schemas.openxmlformats.org/officeDocument/2006/relationships/notesSlide" Target="/ppt/notesSlides/notesSlide1.xml" Id="R4d9dacac665442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658CC-5F20-419B-90E6-C788BCC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44"/>
          </a:solidFill>
          <a:ln xmlns:a="http://schemas.openxmlformats.org/drawingml/2006/main" w="19050">
            <a:solidFill>
              <a:srgbClr val="008B4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C96C-F867-49AE-8A25-DEE1E489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RoadWatch Technology Stack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4680-42F5-4A57-80A6-0FC08916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53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Pothole Detection Only | Flutter Web - REST API - PostgreSQL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AAFD3-26B4-44DD-A13D-3BEEE41E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46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Proposed course implementation: Flutter Web dashboard. Current RoadWatch dashboard uses HTML/JavaScript; the Flutter mobile app, FastAPI backend and PostgreSQL database remain the basis of this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9FDC5-B557-4106-884A-2F80CB34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097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9050">
            <a:solidFill>
              <a:srgbClr val="0B94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AA589-F6A9-46BC-A3B5-998EDE43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49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rPr>
              <a:t>AUTHORIZED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A0B62-CD56-486C-90C7-C8DD4C86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38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Administrator</a:t>
            </a:r>
          </a:p>
          <a:p xmlns:a="http://schemas.openxmlformats.org/drawingml/2006/main">
            <a:pPr>
              <a:def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Road monitoring staff</a:t>
            </a:r>
          </a:p>
          <a:p xmlns:a="http://schemas.openxmlformats.org/drawingml/2006/main">
            <a:pPr>
              <a:def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View pothole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AC5C3-8A76-4935-BBBF-8E1BCAE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9050">
            <a:solidFill>
              <a:srgbClr val="0B94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A089B-F2CE-4C15-A3EA-1FC0780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716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rPr>
              <a:t>FLUTTER WEB + DART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80316-F248-438E-8B74-8028C19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Dashboard, map, list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Provider state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http + JSON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flutter_map + fl_chart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Client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651D6-5D60-45D5-A75E-1334F10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811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9050">
            <a:solidFill>
              <a:srgbClr val="0B94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9B050-7D3D-489E-8A70-64A6D577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rPr>
              <a:t>FASTAPI + 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7CCB2-666E-4CD3-80C7-6C11F20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3835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Uvicorn ASGI server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Authentication / roles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Server validation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Duplicate protection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SQLAlchemy 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4634B-0050-46E0-A241-8BECF0D2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19050">
            <a:solidFill>
              <a:srgbClr val="0B94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F70AE-69A8-499B-8F61-A035478E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571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08B44"/>
                </a:solidFill>
                <a:latin typeface="Bitstream Charter"/>
                <a:ea typeface="Bitstream Charter"/>
                <a:cs typeface="Bitstream Charter"/>
              </a:rPr>
              <a:t>POSTGRESQL 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C017-AC9A-41AA-AFCA-B5DFFEC8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users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detections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audit_logs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PK/FK/UNIQUE/CHECK</a:t>
            </a:r>
          </a:p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• Transactions + queries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48026-BFC1-4481-AF87-BB4196D1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00350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635CE-81C6-43E8-A809-43FEB83D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81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104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interaction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24E4F-FB5C-47A2-A6E2-ECBC714D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498D7-3FB3-4407-9B8C-7F95A11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HTTPS REST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9E62B-70FE-45E2-8F7F-3963049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FFBB1-BB7E-400B-A438-271AAFCC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ORM / 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D62BA-8483-46CC-A2C8-BFD767AD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1475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B6E63-8442-4369-9957-09B9F7CA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95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465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status +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7C8AF-159A-47F2-8AE3-DFC08DB7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0F1AA-05A7-4D2D-9E8B-37BB8AE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95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911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7669A"/>
                </a:solidFill>
                <a:latin typeface="Bitstream Charter"/>
                <a:ea typeface="Bitstream Charter"/>
                <a:cs typeface="Bitstream Charter"/>
              </a:rPr>
              <a:t>rows /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0BD0AE-686D-4F05-BCE5-E7F7217E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Complete path: User → Flutter UI → HTTPS/JSON → FastAPI rules → PostgreSQL transaction/query → JSON → Flutter state/UI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915B8-CD92-42F8-85BC-81DC238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5715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E5A4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7FBEE-AA38-49C6-B13A-3624622A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SECURITY AND CONFIGURATION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790F3-3D53-494B-8DCC-0A792118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57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Client: API_BASE_URL only | Server: DATABASE_URL, JWT_SECRET, CORS_ORIGINS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Tokens and roles checked in FastAPI | Database credentials never stored in Flutter Web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4C04E-CA53-4D4B-9F04-F8D9DE6B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48375"/>
            <a:ext cx="11010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9050">
            <a:solidFill>
              <a:srgbClr val="17669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3F72A-0F2A-458F-BD62-5694BED1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3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42735"/>
                </a:solidFill>
                <a:latin typeface="Bitstream Charter"/>
                <a:ea typeface="Bitstream Charter"/>
                <a:cs typeface="Bitstream Charter"/>
              </a:rPr>
              <a:t>SUPPORTING INFRASTRUCTURE: Git + GitHub (mobile/, dashboard/, api/, database/, docs/) | Deployment: HTTPS web host + FastAPI server/container + restricted PostgreSQL server</a:t>
            </a:r>
          </a:p>
        </p:txBody>
      </p:sp>
    </p:spTree>
    <p:extLst>
      <p:ext uri="{BB962C8B-B14F-4D97-AF65-F5344CB8AC3E}">
        <p14:creationId xmlns:p14="http://schemas.microsoft.com/office/powerpoint/2010/main" val="338606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2026-09-17T16:19:36.3100000Z</dcterms:created>
  <dcterms:modified xsi:type="dcterms:W3CDTF">2026-09-17T16:19:36.3100000Z</dcterms:modified>
</coreProperties>
</file>