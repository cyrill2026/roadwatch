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CARAGA STATE UNIVERSITY - CABADBARAN CAMPUS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0" y="137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110 | LAB ACTIVITY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RoadWatch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12064" y="731520"/>
            <a:ext cx="11109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RoadWatch: Pothole and Road Damage Detection Using Mobile Dashcam Imagery with a Web-Based Monitoring System</a:t>
            </a:r>
            <a:endParaRPr lang="en-US" sz="133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Three-tier client-server architecture with on-device inference and offline synchronization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30352" y="1325880"/>
            <a:ext cx="11137392" cy="49651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5728" y="1554480"/>
            <a:ext cx="2834640" cy="246888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554480"/>
            <a:ext cx="2304288" cy="2468880"/>
          </a:xfrm>
          <a:prstGeom prst="roundRect">
            <a:avLst>
              <a:gd name="adj" fmla="val 2381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20072" y="1554480"/>
            <a:ext cx="1572768" cy="2468880"/>
          </a:xfrm>
          <a:prstGeom prst="roundRect">
            <a:avLst>
              <a:gd name="adj" fmla="val 3488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429768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5038344"/>
            <a:ext cx="1298448" cy="658368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5047488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4736592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11111"/>
          </a:solidFill>
          <a:ln w="1460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299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560320" y="16733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tier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mobile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phone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2624328" y="248716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/ image input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YOLO inference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Pothole-only filtering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GPS, time, confidence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Alerts, history and Save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ApiService and sync state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74536" y="167335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tier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PC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6629400" y="2487168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/detections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/detections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/detections/statistics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629400" y="3310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access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Client-ID deduplication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11512" y="167335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tier</a:t>
            </a:r>
            <a:endParaRPr lang="en-US" sz="1580" dirty="0"/>
          </a:p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9811512" y="21945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roadwatch_db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93224" y="2624328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Pothole records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and GPS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time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detection ID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2505456" y="4389120"/>
            <a:ext cx="2615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OfflineDetectionService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2505456" y="46542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 queue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505456" y="512064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dashboard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2505456" y="537667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/ JavaScript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Leaflet map and statistics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11112" y="4828032"/>
            <a:ext cx="4517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before public deployment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629400" y="51206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and login / token / role checks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validation; restricted database access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of location-linked records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2029968" y="2176272"/>
            <a:ext cx="365760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947672" y="1709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5728" y="2414016"/>
            <a:ext cx="-365760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920240" y="25694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/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230368" y="2295144"/>
            <a:ext cx="1216152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358384" y="1783080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record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JSON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6446520" y="3172968"/>
            <a:ext cx="-1216152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266944" y="3291840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/ error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response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750808" y="2295144"/>
            <a:ext cx="969264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759952" y="1783080"/>
            <a:ext cx="9509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/ query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720072" y="3172968"/>
            <a:ext cx="-969264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759952" y="331012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row /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results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2971800" y="4023360"/>
            <a:ext cx="0" cy="27432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212848" y="4023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unsynced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44568" y="4297680"/>
            <a:ext cx="0" cy="-27432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4078224" y="401421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when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is reachable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2029968" y="5367528"/>
            <a:ext cx="365760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2011680" y="50749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30368" y="5330952"/>
            <a:ext cx="502920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33288" y="5330952"/>
            <a:ext cx="0" cy="-1572768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33288" y="3758184"/>
            <a:ext cx="713232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5239512" y="42062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records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3913632"/>
            <a:ext cx="-310896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35624" y="3913632"/>
            <a:ext cx="0" cy="1572768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35624" y="5486400"/>
            <a:ext cx="-905256" cy="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788152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results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01000" y="4736592"/>
            <a:ext cx="0" cy="-7132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8284464" y="413308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data access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3232" y="5980176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   Solid arrows = current requests and responses      Dashed border / arrow = proposed security controls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512064" y="6355080"/>
            <a:ext cx="1104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deployment: Android phone and local FastAPI server on the same Wi-Fi/LAN; API base URL http://192.168.1.4:8000. Solid arrows use the current HTTP connection. HTTPS and access controls are proposed for public deployment.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4572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Caraga State University - Cabadbaran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RoadWatch System Architecture - Editable</dc:title>
  <dc:subject>Editable RoadWatch Activity 2 system architecture diagram</dc:subject>
  <dc:creator>OpenAI</dc:creator>
  <cp:lastModifiedBy>OpenAI</cp:lastModifiedBy>
  <cp:revision>1</cp:revision>
  <dcterms:created xsi:type="dcterms:W3CDTF">2026-09-17T16:45:12Z</dcterms:created>
  <dcterms:modified xsi:type="dcterms:W3CDTF">2026-09-17T16:45:12Z</dcterms:modified>
</cp:coreProperties>
</file>